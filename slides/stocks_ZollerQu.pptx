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 are team ZollerQu. Our question is simple: which stocks should a fund buy? We turn it into an Ising problem, one qubit per asset, and sample it with QAOA on the IonQ Forte 1 noise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Banks and funds build portfolios every day. They want low risk and a good return. Risk comes from assets that fall together, so the choices interact. Twelve assets give 4,096 portfolios; twenty-nine give over five hundred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asset becomes one qubit: zero means buy, one means skip. Risk minus return becomes an Ising energy with one coupling per pair of assets: 66 couplings. For twelve assets we can check every portfolio, so we know the exact best one: Apple plus long-term Treasury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circuit is QAOA: Hadamard gates, a cost layer with one ZZ gate per pair, then a mixer. We compared 58 circuits from seven families, all trained offline. At twelve qubits the best is CVaR-QAOA, which went to IonQ as a single job. At twenty-nine qubits we use linear-ramp QAOA, with angles reused from twelve.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IonQ? Every pair of assets is coupled, and trapped ions link every pair of qubits directly. One layer needs 66 two-qubit gates. The same layer routed on a heavy-hex grid needs 285: 4.3 times more, and 6.5 times at twenty-nine qubits.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main result, on the IonQ Forte 1 noise model: 7 of 1,000 shots were the exact best portfolio, 29 times more than random guessing. The noiseless simulation gives 58, so noise costs a factor of 8. Greedy search, a classical method, is in the same range as our noisy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noiseless simulation up to twenty-nine qubits the circuit stays far above random guessing, but classical heuristics win: they find the best portfolio in 61 percent of runs, the circuit in 7 percent. And our circuit first needed about 4,900 training circuits. We claim no quantum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[CUT TO LIVE QOLLAB DEMO] Here is the project on Qollab, with the code in main.py. We press Run, select the IonQ Forte 1 noise model, and one job returns counts and plots. [BACK TO SLIDE] Our limits: a noisy simulator, one job, and strong classical baselines. Next: the other selected circuits, shorter circuits, and twenty-nine assets.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attention. This effort is supported by Qollab and IonQ.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Portfolio Selection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with QAOA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Which stocks to buy? One qubit per asset,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sampled on the IonQ Forte 1 noise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64820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Network picture of the 12 assets: 12 dots on a circle, every pair joined by a line; thicker lines mean the two assets move more strongly togeth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Which assets should a fund buy?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80898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Banks and funds build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portfolios every day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7538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3652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They want low risk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and a good return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69874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8140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Risk comes from assets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that fall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90288"/>
            <a:ext cx="475488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Every extra asset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doubles the choices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AAPL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Apple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5119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GLD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5995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995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XOM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6871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871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JPM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bank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243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TLT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US bonds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119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JNJ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5995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95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PG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consumer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871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XLU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utilities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4243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4243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VNQ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real estate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5119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FCX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copper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5995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5995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MSFT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Microsoft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6871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6871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SLV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silver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42432" y="4480560"/>
            <a:ext cx="228600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4,096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42432" y="51247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12 assets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4480560"/>
            <a:ext cx="338328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536,870,912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1247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29 assets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PROBLEM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Data: weekly prices of 12 US stocks and funds, 2006-2014 (Kaggle Huge Stock Market Dataset, CC0)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One qubit per asset, one Ising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Score to minimise: risk minus return</a:t>
            </a:r>
          </a:p>
        </p:txBody>
      </p:sp>
      <p:pic>
        <p:nvPicPr>
          <p:cNvPr id="4" name="Picture 3" descr="Formula: J of x equals x transposed C x over n squared V ref (the risk), minus eta times mu transposed x over n sigma ref (the return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20"/>
            <a:ext cx="5669280" cy="1325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7355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The same score as an Ising energy</a:t>
            </a:r>
          </a:p>
        </p:txBody>
      </p:sp>
      <p:pic>
        <p:nvPicPr>
          <p:cNvPr id="6" name="Picture 5" descr="Formula: E of s equals the sum over pairs of J i j times s i s j, plus the sum of h i times s i, plus a constan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566928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17720"/>
            <a:ext cx="5852160" cy="655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 qubit = 1 asset:  </a:t>
            </a:r>
            <a:r>
              <a:rPr sz="2000" b="0">
                <a:solidFill>
                  <a:srgbClr val="FFFFFF"/>
                </a:solidFill>
                <a:latin typeface="Arial"/>
              </a:rPr>
              <a:t>|0&gt; buy,  |1&gt; skip</a:t>
            </a:r>
          </a:p>
          <a:p>
            <a:pPr algn="l">
              <a:lnSpc>
                <a:spcPts val="2400"/>
              </a:lnSpc>
              <a:spcBef>
                <a:spcPts val="36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12 qubits  ·  66 couplings  ·  4,096 states</a:t>
            </a:r>
          </a:p>
        </p:txBody>
      </p:sp>
      <p:pic>
        <p:nvPicPr>
          <p:cNvPr id="8" name="Picture 7" descr="Network of the 12 assets with every pair linked. Two filled dots mark the exact best portfolio: buy AAPL and TLT; the other ten are skipped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463040"/>
            <a:ext cx="5029200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Exact best portfolio found by checking all 4,096 portfolios (classical); risk and return from 2006-2014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QAOA circuits, trained offline, one IonQ job</a:t>
            </a:r>
          </a:p>
        </p:txBody>
      </p:sp>
      <p:pic>
        <p:nvPicPr>
          <p:cNvPr id="3" name="Picture 2" descr="Circuit sketch: four of the twelve qubit lines. Each starts with an H gate, passes a cost layer block (one ZZ gate per pair, 66, and one Z rotation per qubit) and a mixer block (RX on every qubit), repeated three times, then is measured; 1,000 shots give 1,000 portfolio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11094415" cy="2377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COMPARED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7 method families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58 circuits, trained offline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classical simulator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5858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BEST AT 12 QUBITS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791A"/>
                </a:solidFill>
                <a:latin typeface="Arial"/>
              </a:rPr>
              <a:t>CVaR-QAOA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layers, 198 two-qubit gates,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sent to IonQ as one job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7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7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AT 16, 20, 29 QUBITS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197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7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Angles reused from 12 qubits,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no new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QUANTUM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qubits: 58 circuits + a random-guess control, noiseless simulation · 16-29 qubits: server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All-to-all links: 4.3× fewer two-qubit gates</a:t>
            </a:r>
          </a:p>
        </p:txBody>
      </p:sp>
      <p:pic>
        <p:nvPicPr>
          <p:cNvPr id="3" name="Picture 2" descr="Column chart of two-qubit gates in one QAOA layer. At 12 qubits: 66 on all-to-all against 285 on a heavy-hex grid. At 29 qubits: 244 against 1,576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400800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43800" y="1554480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4.3×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43800" y="2426208"/>
            <a:ext cx="406908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two-qubit gates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at 12 qubits (66 vs 285)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0" y="3236976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6.5×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4108704"/>
            <a:ext cx="406908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at 29 qubits (244 vs 1,576)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61467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66 pairs = 66 gates, no SWAPs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WHY IONQ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Gate counts from transpiling only (Qiskit 2.5.2, level 1); heavy-hex = median of 5 routing seeds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generic heavy-hex map. No circuit was run on a heavy-hex device.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IonQ noise model: 29× random guessing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06908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5564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84832"/>
            <a:ext cx="3566160" cy="768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48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9791A"/>
                </a:solidFill>
                <a:latin typeface="Arial"/>
              </a:rPr>
              <a:t>7 / 1,000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71216"/>
            <a:ext cx="35661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shots are the exact best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of 4,096 portfolios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1984"/>
            <a:ext cx="3566160" cy="890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29×  </a:t>
            </a:r>
            <a:r>
              <a:rPr sz="1800" b="0">
                <a:solidFill>
                  <a:srgbClr val="A9B4C6"/>
                </a:solidFill>
                <a:latin typeface="Arial"/>
              </a:rPr>
              <a:t>random guessing</a:t>
            </a:r>
          </a:p>
          <a:p>
            <a:pPr algn="l">
              <a:lnSpc>
                <a:spcPts val="3360"/>
              </a:lnSpc>
              <a:spcBef>
                <a:spcPts val="288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58 / 1,000  </a:t>
            </a:r>
            <a:r>
              <a:rPr sz="1800" b="0">
                <a:solidFill>
                  <a:srgbClr val="A9B4C6"/>
                </a:solidFill>
                <a:latin typeface="Arial"/>
              </a:rPr>
              <a:t>noiseless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95 % interval: 3-14 per 1,000</a:t>
            </a:r>
          </a:p>
        </p:txBody>
      </p:sp>
      <p:pic>
        <p:nvPicPr>
          <p:cNvPr id="9" name="Picture 8" descr="Dot chart on a log scale: evaluations until the best portfolio is first found, median, fewer is better. Noiseless simulation of the same circuit 12; greedy descent 73; IonQ Forte 1 noise model 99 with a 95 % interval from 48 to 246; simulated annealing 1,516; random guessing 2,839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554480"/>
            <a:ext cx="6675120" cy="3794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MAIN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 (Qollab): 1 job, 1,000 shots, 11 Oct 2026 · noiseless simulation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median of 50 runs. Sampler medians come from the hit rate per shot. Training not counted.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Up to 29 qubits, classical heuristics win</a:t>
            </a:r>
          </a:p>
        </p:txBody>
      </p:sp>
      <p:pic>
        <p:nvPicPr>
          <p:cNvPr id="3" name="Picture 2" descr="Line chart: share of runs that find the best portfolio within 1,000 evaluations, against the number of assets. QAOA in noiseless simulation: 100 % at 12, 89 % at 16, 66 % at 20 and 6.6 % at 29 qubits. Classical methods: 100 % at 12 and 61 % at 29. Random guessing: 22 % at 12 and about 0 % from 20 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72768"/>
            <a:ext cx="40507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Read with care</a:t>
            </a:r>
          </a:p>
        </p:txBody>
      </p:sp>
      <p:sp>
        <p:nvSpPr>
          <p:cNvPr id="5" name="Oval 4"/>
          <p:cNvSpPr/>
          <p:nvPr/>
        </p:nvSpPr>
        <p:spPr>
          <a:xfrm>
            <a:off x="7589520" y="215950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2072640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Training came first: 4,860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simulated circuits</a:t>
            </a:r>
          </a:p>
        </p:txBody>
      </p:sp>
      <p:sp>
        <p:nvSpPr>
          <p:cNvPr id="7" name="Oval 6"/>
          <p:cNvSpPr/>
          <p:nvPr/>
        </p:nvSpPr>
        <p:spPr>
          <a:xfrm>
            <a:off x="7589520" y="286359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776728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shot is not the same work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as a classical evaluation</a:t>
            </a:r>
          </a:p>
        </p:txBody>
      </p:sp>
      <p:sp>
        <p:nvSpPr>
          <p:cNvPr id="9" name="Oval 8"/>
          <p:cNvSpPr/>
          <p:nvPr/>
        </p:nvSpPr>
        <p:spPr>
          <a:xfrm>
            <a:off x="7589520" y="35676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480816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12 assets: greedy needs 73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evaluations, our noisy run 99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0" y="427177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184904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29 qubits: noiseless simulation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only, angles reused from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SCALING AND HONEST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12-20 qubits: server simulation, 10 Oct 2026 · 29 qubits: server simulation of all 536,870,912 states,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11 Oct 2026 · classical: 200 runs · the same 1,000 evaluations for every method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Try it on Qollab: one click, one IonQ job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12064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Live demo on Qollab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52374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44144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Open the project: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the code is in main.py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49910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5814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41680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Run → Select QPU →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IonQ Forte 1 (29q) noise model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47446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6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39216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One job returns the counts,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the table and the plots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554480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Honest limits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212293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3606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noisy simulator: one job of 1,000 shots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5252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43840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 cuts the hits from 58 to 7 per 1,000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9276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840736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 heuristics match or beat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499104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406755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980688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Run the other 4 selected circuits</a:t>
            </a:r>
          </a:p>
        </p:txBody>
      </p:sp>
      <p:sp>
        <p:nvSpPr>
          <p:cNvPr id="24" name="Oval 23"/>
          <p:cNvSpPr/>
          <p:nvPr/>
        </p:nvSpPr>
        <p:spPr>
          <a:xfrm>
            <a:off x="6172200" y="446989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38302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Shorter circuits: 66 instead of 198 gates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7222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78536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29 assets on the IonQ Forte 1 noise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DEMO, LIMITS,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Thank you for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your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30040"/>
            <a:ext cx="630936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Portfolio Selection with QAOA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The network picture of the 12 assets from the title slide: 12 dots on a circle, every pair joined by a l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Selection with QAOA - ZollerQu</dc:title>
  <dc:subject>Qollab x IonQ Hackathon 2026</dc:subject>
  <dc:creator>Oussama Turki, Tushar Pandey (Team ZollerQu)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